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D86"/>
    <a:srgbClr val="0046AC"/>
    <a:srgbClr val="004FC4"/>
    <a:srgbClr val="0039AC"/>
    <a:srgbClr val="FDE9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1516" y="-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44B11-8E67-6C78-2DB9-79EA0DD58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AF478-166A-6648-B124-2F4E54A0C5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DDBB8-1729-DAD2-CA1C-56B65878A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070C0-3D46-45CB-A61A-040C6CACD7DC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9AF0-39AC-34A8-2837-FCC56C582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0396E-6D98-D809-8D72-440FDBCA6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52A9E-B3B0-44B3-9AA5-98CAF93F34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693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9D32A-1C3F-679B-F523-35B1E5066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D626F-C668-5677-9236-0AB323830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9FF10-517D-F789-8535-DA2F3C604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070C0-3D46-45CB-A61A-040C6CACD7DC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B9177-1233-44E9-716E-1E278FB8A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B80BD-F88A-83C2-CCDF-B23EC8557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52A9E-B3B0-44B3-9AA5-98CAF93F34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6288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B8524-3C29-5A94-70FA-6B3DF27C7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63561-EE77-8B9D-0480-93A90BA61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2CE1-114D-83C9-0E98-890296851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070C0-3D46-45CB-A61A-040C6CACD7DC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2738F-0813-F474-FE95-0932FBD91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D9B4F-076D-C264-4F0A-9102D9EA5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52A9E-B3B0-44B3-9AA5-98CAF93F34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9971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D2381-1F20-7143-E51D-0847F7B36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B4193-D38D-AEBE-C3FD-B8EFDD70BB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99F2E4-5CFA-F2E0-E6B6-BF5998511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4B3D59-E365-795E-FC37-2CFF50706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070C0-3D46-45CB-A61A-040C6CACD7DC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F3D15-E7C7-9B5C-19AA-69D2D79E5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0E67C4-9515-8F89-EEC7-6687D84C3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52A9E-B3B0-44B3-9AA5-98CAF93F34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043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2D9B7-53BA-E645-0F70-7584F0AC0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127C5-C713-E5B2-5242-28645A409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39EAD8-5412-E1ED-67E1-65DE86356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85889B-3589-2060-849F-96AA6237A0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4B4DF-FC90-8583-8124-936D42A725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B518DE-E9A2-B206-4372-8D0D3AAAF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070C0-3D46-45CB-A61A-040C6CACD7DC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F0520E-67ED-AF52-38FE-E61A4CCE8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CE7BDE-C528-F3E7-95BF-B78BE8074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52A9E-B3B0-44B3-9AA5-98CAF93F34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0720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2FBA1-455F-4928-294A-287172D78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1361A-2EE2-0AFD-B7B1-618DAD0A5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070C0-3D46-45CB-A61A-040C6CACD7DC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88460-9A9A-7174-F6D7-7D5A59EC9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021D99-201C-4A94-3D29-E5FC405A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52A9E-B3B0-44B3-9AA5-98CAF93F34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1975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9C5981-137A-F531-2D80-0729F689F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070C0-3D46-45CB-A61A-040C6CACD7DC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6292E4-EA70-8D3A-A176-D663AFCD1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27AE3-6FA3-486F-3D69-EF7B9BEB8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52A9E-B3B0-44B3-9AA5-98CAF93F34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9107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E8FF7-1EBD-5663-A98C-6BDC79D3E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1EE2C-D3AE-DABF-5004-B3F800CAB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5F809-C1EE-B102-2296-ADE6A3AAF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1F305-EA6F-9F2D-A788-C1C9274D3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070C0-3D46-45CB-A61A-040C6CACD7DC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7D88B-69B0-093C-72D7-E55A787D5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0C4CD-0544-6E04-A87E-717CF4C53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52A9E-B3B0-44B3-9AA5-98CAF93F34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175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5C24B-F843-2C33-F649-993AABBB2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74AE3B-C240-9245-660E-65FA94469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E5A29-62EB-CA36-F4AF-395509571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E9FE26-C519-B57E-882F-DEAA3235F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070C0-3D46-45CB-A61A-040C6CACD7DC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9E11B4-AD70-E25A-EA71-A34972AAB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EFC9B-9326-1A6D-16A3-4E0CBA9A4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52A9E-B3B0-44B3-9AA5-98CAF93F34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8089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A7B9F-E27C-BF13-B2D4-3AB537D6D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67D452-FB39-2852-5FBE-02C500E5E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7A695-8F97-6AED-B1C0-66795CB28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070C0-3D46-45CB-A61A-040C6CACD7DC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66157-3D77-6F12-5019-7A4E873D6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361F6-EDBF-D8E9-38E8-75692690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52A9E-B3B0-44B3-9AA5-98CAF93F34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363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4BC7EB-8D17-3F18-9052-1390C6FEEB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AB71ED-B355-42D6-A207-1D5C71DEF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45F99-8005-9D00-314D-E668CA9B2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070C0-3D46-45CB-A61A-040C6CACD7DC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2FD5B-46B7-E7C2-9398-B62D9C971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DB8C1-A811-909F-6FEE-2E8FBF971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52A9E-B3B0-44B3-9AA5-98CAF93F34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327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049991-DE54-E100-41AD-F523FD251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5176F-3AD6-C613-CDF6-5BD9E69A8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4E1A9-C9AF-BE53-FE29-C3CCE4832B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8070C0-3D46-45CB-A61A-040C6CACD7DC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F4EDE-5D66-D011-AC80-1A7758CD79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60E18-F853-30DC-E677-515E37A99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052A9E-B3B0-44B3-9AA5-98CAF93F34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894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4B097FD-2B2C-387E-FDA0-B85FD629F10B}"/>
              </a:ext>
            </a:extLst>
          </p:cNvPr>
          <p:cNvSpPr txBox="1"/>
          <p:nvPr/>
        </p:nvSpPr>
        <p:spPr>
          <a:xfrm>
            <a:off x="265471" y="110613"/>
            <a:ext cx="2728452" cy="1200329"/>
          </a:xfrm>
          <a:prstGeom prst="rect">
            <a:avLst/>
          </a:prstGeom>
          <a:solidFill>
            <a:srgbClr val="FDE951"/>
          </a:solidFill>
          <a:ln w="571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200" b="1" u="sng" dirty="0">
              <a:solidFill>
                <a:schemeClr val="accent2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 algn="ctr"/>
            <a:r>
              <a:rPr lang="en-GB" sz="4800" b="1" u="sng" dirty="0">
                <a:solidFill>
                  <a:schemeClr val="accent2">
                    <a:lumMod val="50000"/>
                  </a:schemeClr>
                </a:solidFill>
                <a:latin typeface="Arial Narrow" panose="020B0606020202030204" pitchFamily="34" charset="0"/>
              </a:rPr>
              <a:t>LOGOS</a:t>
            </a:r>
          </a:p>
          <a:p>
            <a:pPr algn="ctr"/>
            <a:endParaRPr lang="en-GB" sz="1200" b="1" u="sng" dirty="0">
              <a:solidFill>
                <a:schemeClr val="accent2">
                  <a:lumMod val="50000"/>
                </a:schemeClr>
              </a:solidFill>
              <a:latin typeface="Arial Narrow" panose="020B060602020203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A64551-3491-9541-259D-3DF449690D0B}"/>
              </a:ext>
            </a:extLst>
          </p:cNvPr>
          <p:cNvGrpSpPr/>
          <p:nvPr/>
        </p:nvGrpSpPr>
        <p:grpSpPr>
          <a:xfrm>
            <a:off x="3736214" y="495485"/>
            <a:ext cx="2483611" cy="461665"/>
            <a:chOff x="3736214" y="495485"/>
            <a:chExt cx="2483611" cy="46166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9BE6370-FD64-D1F9-E75B-6A0DE37533F2}"/>
                </a:ext>
              </a:extLst>
            </p:cNvPr>
            <p:cNvSpPr txBox="1"/>
            <p:nvPr/>
          </p:nvSpPr>
          <p:spPr>
            <a:xfrm>
              <a:off x="4247490" y="495485"/>
              <a:ext cx="19723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b="1" i="1" dirty="0">
                  <a:latin typeface="Aptos Black" panose="020B0004020202020204" pitchFamily="34" charset="0"/>
                </a:rPr>
                <a:t>FESHKOOLA</a:t>
              </a:r>
            </a:p>
          </p:txBody>
        </p:sp>
        <p:sp>
          <p:nvSpPr>
            <p:cNvPr id="8" name="Rectangle: Diagonal Corners Rounded 7">
              <a:extLst>
                <a:ext uri="{FF2B5EF4-FFF2-40B4-BE49-F238E27FC236}">
                  <a16:creationId xmlns:a16="http://schemas.microsoft.com/office/drawing/2014/main" id="{6E958C52-71F7-300C-F9F2-589F894EA769}"/>
                </a:ext>
              </a:extLst>
            </p:cNvPr>
            <p:cNvSpPr/>
            <p:nvPr/>
          </p:nvSpPr>
          <p:spPr>
            <a:xfrm rot="793072">
              <a:off x="4047779" y="515986"/>
              <a:ext cx="225806" cy="401218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rgbClr val="002D86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: Diagonal Corners Rounded 8">
              <a:extLst>
                <a:ext uri="{FF2B5EF4-FFF2-40B4-BE49-F238E27FC236}">
                  <a16:creationId xmlns:a16="http://schemas.microsoft.com/office/drawing/2014/main" id="{47388BB5-9543-9A3D-60E2-4D36093C69D6}"/>
                </a:ext>
              </a:extLst>
            </p:cNvPr>
            <p:cNvSpPr/>
            <p:nvPr/>
          </p:nvSpPr>
          <p:spPr>
            <a:xfrm rot="793072">
              <a:off x="3736214" y="515984"/>
              <a:ext cx="225806" cy="401218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63F6753-8415-E723-70C6-A8A3525D9E7E}"/>
              </a:ext>
            </a:extLst>
          </p:cNvPr>
          <p:cNvGrpSpPr/>
          <p:nvPr/>
        </p:nvGrpSpPr>
        <p:grpSpPr>
          <a:xfrm>
            <a:off x="3823021" y="3449500"/>
            <a:ext cx="537371" cy="401220"/>
            <a:chOff x="3823021" y="3449500"/>
            <a:chExt cx="537371" cy="401220"/>
          </a:xfrm>
        </p:grpSpPr>
        <p:sp>
          <p:nvSpPr>
            <p:cNvPr id="2" name="Rectangle: Diagonal Corners Rounded 1">
              <a:extLst>
                <a:ext uri="{FF2B5EF4-FFF2-40B4-BE49-F238E27FC236}">
                  <a16:creationId xmlns:a16="http://schemas.microsoft.com/office/drawing/2014/main" id="{4FB4E782-9B88-A76C-C2AF-803517CB8CE6}"/>
                </a:ext>
              </a:extLst>
            </p:cNvPr>
            <p:cNvSpPr/>
            <p:nvPr/>
          </p:nvSpPr>
          <p:spPr>
            <a:xfrm rot="793072">
              <a:off x="4134586" y="3449502"/>
              <a:ext cx="225806" cy="401218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rgbClr val="002D86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" name="Rectangle: Diagonal Corners Rounded 2">
              <a:extLst>
                <a:ext uri="{FF2B5EF4-FFF2-40B4-BE49-F238E27FC236}">
                  <a16:creationId xmlns:a16="http://schemas.microsoft.com/office/drawing/2014/main" id="{6D948546-896B-6A59-46DE-076FCB655A07}"/>
                </a:ext>
              </a:extLst>
            </p:cNvPr>
            <p:cNvSpPr/>
            <p:nvPr/>
          </p:nvSpPr>
          <p:spPr>
            <a:xfrm rot="793072">
              <a:off x="3823021" y="3449500"/>
              <a:ext cx="225806" cy="401218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4F0FBE5-61BB-9FBB-0579-9215DE7E6832}"/>
              </a:ext>
            </a:extLst>
          </p:cNvPr>
          <p:cNvGrpSpPr/>
          <p:nvPr/>
        </p:nvGrpSpPr>
        <p:grpSpPr>
          <a:xfrm>
            <a:off x="8702479" y="249111"/>
            <a:ext cx="3032321" cy="461666"/>
            <a:chOff x="3063679" y="2454980"/>
            <a:chExt cx="3032321" cy="46166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5252A9F-D247-E808-8F68-EC17CB5BA2BB}"/>
                </a:ext>
              </a:extLst>
            </p:cNvPr>
            <p:cNvSpPr txBox="1"/>
            <p:nvPr/>
          </p:nvSpPr>
          <p:spPr>
            <a:xfrm>
              <a:off x="4123665" y="2454981"/>
              <a:ext cx="19723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b="1" i="1" dirty="0">
                  <a:latin typeface="Aptos Black" panose="020B0004020202020204" pitchFamily="34" charset="0"/>
                </a:rPr>
                <a:t>FESHKOOLA</a:t>
              </a:r>
            </a:p>
          </p:txBody>
        </p:sp>
        <p:sp>
          <p:nvSpPr>
            <p:cNvPr id="16" name="Flowchart: Data 15">
              <a:extLst>
                <a:ext uri="{FF2B5EF4-FFF2-40B4-BE49-F238E27FC236}">
                  <a16:creationId xmlns:a16="http://schemas.microsoft.com/office/drawing/2014/main" id="{370DC072-862C-6376-76B5-29AD77F826DA}"/>
                </a:ext>
              </a:extLst>
            </p:cNvPr>
            <p:cNvSpPr/>
            <p:nvPr/>
          </p:nvSpPr>
          <p:spPr>
            <a:xfrm>
              <a:off x="3642409" y="2454980"/>
              <a:ext cx="578730" cy="461665"/>
            </a:xfrm>
            <a:prstGeom prst="flowChartInputOutput">
              <a:avLst/>
            </a:prstGeom>
            <a:solidFill>
              <a:srgbClr val="002D86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Flowchart: Data 17">
              <a:extLst>
                <a:ext uri="{FF2B5EF4-FFF2-40B4-BE49-F238E27FC236}">
                  <a16:creationId xmlns:a16="http://schemas.microsoft.com/office/drawing/2014/main" id="{70ADBD97-E13A-CB59-BBA9-B6A6FE3A8B68}"/>
                </a:ext>
              </a:extLst>
            </p:cNvPr>
            <p:cNvSpPr/>
            <p:nvPr/>
          </p:nvSpPr>
          <p:spPr>
            <a:xfrm>
              <a:off x="3063679" y="2454980"/>
              <a:ext cx="578730" cy="461665"/>
            </a:xfrm>
            <a:prstGeom prst="flowChartInputOutput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B5C828A-D3C3-D33E-1E85-E61B5B0DC319}"/>
              </a:ext>
            </a:extLst>
          </p:cNvPr>
          <p:cNvGrpSpPr/>
          <p:nvPr/>
        </p:nvGrpSpPr>
        <p:grpSpPr>
          <a:xfrm>
            <a:off x="590551" y="1952623"/>
            <a:ext cx="3036108" cy="962025"/>
            <a:chOff x="590551" y="1952623"/>
            <a:chExt cx="3036108" cy="96202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FE5AD72-51C8-33A6-B793-24ABD02630B2}"/>
                </a:ext>
              </a:extLst>
            </p:cNvPr>
            <p:cNvSpPr/>
            <p:nvPr/>
          </p:nvSpPr>
          <p:spPr>
            <a:xfrm>
              <a:off x="590551" y="1952623"/>
              <a:ext cx="3036108" cy="962025"/>
            </a:xfrm>
            <a:prstGeom prst="rect">
              <a:avLst/>
            </a:prstGeom>
            <a:solidFill>
              <a:srgbClr val="0046A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9F1E4EE-29D9-FF44-ED4D-F3AB0345D04A}"/>
                </a:ext>
              </a:extLst>
            </p:cNvPr>
            <p:cNvGrpSpPr/>
            <p:nvPr/>
          </p:nvGrpSpPr>
          <p:grpSpPr>
            <a:xfrm>
              <a:off x="878714" y="2202804"/>
              <a:ext cx="2483611" cy="461665"/>
              <a:chOff x="4407004" y="1780868"/>
              <a:chExt cx="2483611" cy="461665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A3B18A6-4B24-C722-D9FE-887D493818BF}"/>
                  </a:ext>
                </a:extLst>
              </p:cNvPr>
              <p:cNvSpPr txBox="1"/>
              <p:nvPr/>
            </p:nvSpPr>
            <p:spPr>
              <a:xfrm>
                <a:off x="4918280" y="1780868"/>
                <a:ext cx="197233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b="1" i="1" dirty="0">
                    <a:solidFill>
                      <a:schemeClr val="bg1"/>
                    </a:solidFill>
                    <a:latin typeface="Aptos Black" panose="020B0004020202020204" pitchFamily="34" charset="0"/>
                  </a:rPr>
                  <a:t>FESHKOOLA</a:t>
                </a:r>
              </a:p>
            </p:txBody>
          </p:sp>
          <p:sp>
            <p:nvSpPr>
              <p:cNvPr id="23" name="Rectangle: Diagonal Corners Rounded 22">
                <a:extLst>
                  <a:ext uri="{FF2B5EF4-FFF2-40B4-BE49-F238E27FC236}">
                    <a16:creationId xmlns:a16="http://schemas.microsoft.com/office/drawing/2014/main" id="{9C54103C-1BC4-CF6D-3D3E-B5BABF7BE0EE}"/>
                  </a:ext>
                </a:extLst>
              </p:cNvPr>
              <p:cNvSpPr/>
              <p:nvPr/>
            </p:nvSpPr>
            <p:spPr>
              <a:xfrm rot="793072">
                <a:off x="4718569" y="1801369"/>
                <a:ext cx="225806" cy="401218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solidFill>
                <a:srgbClr val="002D86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Rectangle: Diagonal Corners Rounded 23">
                <a:extLst>
                  <a:ext uri="{FF2B5EF4-FFF2-40B4-BE49-F238E27FC236}">
                    <a16:creationId xmlns:a16="http://schemas.microsoft.com/office/drawing/2014/main" id="{EFD7DE8D-7A96-2F65-928E-B4CF0DE43DC8}"/>
                  </a:ext>
                </a:extLst>
              </p:cNvPr>
              <p:cNvSpPr/>
              <p:nvPr/>
            </p:nvSpPr>
            <p:spPr>
              <a:xfrm rot="793072">
                <a:off x="4407004" y="1801367"/>
                <a:ext cx="225806" cy="401218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bg1"/>
                  </a:solidFill>
                </a:endParaRPr>
              </a:p>
            </p:txBody>
          </p:sp>
        </p:grpSp>
      </p:grpSp>
      <p:pic>
        <p:nvPicPr>
          <p:cNvPr id="27" name="Picture 2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9B57DBF-BC3B-5BB0-A0AF-B78399EF14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589"/>
          <a:stretch/>
        </p:blipFill>
        <p:spPr>
          <a:xfrm>
            <a:off x="6668216" y="1952623"/>
            <a:ext cx="2612993" cy="53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625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3F179-FA32-9AC3-FD51-8EAF02D20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E579C97-AC6A-D537-FB97-DFA462F79325}"/>
              </a:ext>
            </a:extLst>
          </p:cNvPr>
          <p:cNvSpPr txBox="1"/>
          <p:nvPr/>
        </p:nvSpPr>
        <p:spPr>
          <a:xfrm>
            <a:off x="-3210640" y="96969"/>
            <a:ext cx="2728452" cy="1938992"/>
          </a:xfrm>
          <a:prstGeom prst="rect">
            <a:avLst/>
          </a:prstGeom>
          <a:solidFill>
            <a:srgbClr val="FDE951"/>
          </a:solidFill>
          <a:ln w="571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200" b="1" u="sng" dirty="0">
              <a:solidFill>
                <a:schemeClr val="accent2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 algn="ctr"/>
            <a:r>
              <a:rPr lang="en-GB" sz="4800" b="1" u="sng" dirty="0">
                <a:solidFill>
                  <a:schemeClr val="accent2">
                    <a:lumMod val="50000"/>
                  </a:schemeClr>
                </a:solidFill>
                <a:latin typeface="Arial Narrow" panose="020B0606020202030204" pitchFamily="34" charset="0"/>
              </a:rPr>
              <a:t>PAGE DESIGN</a:t>
            </a:r>
          </a:p>
          <a:p>
            <a:pPr algn="ctr"/>
            <a:endParaRPr lang="en-GB" sz="1200" b="1" u="sng" dirty="0">
              <a:solidFill>
                <a:schemeClr val="accent2">
                  <a:lumMod val="50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F35047-5035-C49C-B1A6-FF503809086C}"/>
              </a:ext>
            </a:extLst>
          </p:cNvPr>
          <p:cNvSpPr/>
          <p:nvPr/>
        </p:nvSpPr>
        <p:spPr>
          <a:xfrm>
            <a:off x="0" y="151431"/>
            <a:ext cx="12192000" cy="1584252"/>
          </a:xfrm>
          <a:prstGeom prst="rect">
            <a:avLst/>
          </a:prstGeom>
          <a:solidFill>
            <a:srgbClr val="002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2D86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34333B-69AD-B097-CDC8-DDF3BE74D438}"/>
              </a:ext>
            </a:extLst>
          </p:cNvPr>
          <p:cNvSpPr/>
          <p:nvPr/>
        </p:nvSpPr>
        <p:spPr>
          <a:xfrm>
            <a:off x="263659" y="331317"/>
            <a:ext cx="3893983" cy="10715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2B13E12-848E-84CD-A97C-F02CA1937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25" y="466558"/>
            <a:ext cx="3893984" cy="80109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9A24094-2D4B-7E67-99DC-211E884FD98E}"/>
              </a:ext>
            </a:extLst>
          </p:cNvPr>
          <p:cNvSpPr/>
          <p:nvPr/>
        </p:nvSpPr>
        <p:spPr>
          <a:xfrm>
            <a:off x="6092462" y="138233"/>
            <a:ext cx="1529828" cy="1584252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Travel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0F0533-15D7-442E-0B24-ACE6FBAF6695}"/>
              </a:ext>
            </a:extLst>
          </p:cNvPr>
          <p:cNvSpPr/>
          <p:nvPr/>
        </p:nvSpPr>
        <p:spPr>
          <a:xfrm>
            <a:off x="7624574" y="138233"/>
            <a:ext cx="1529828" cy="1584252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rgbClr val="002D8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Shop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2D79ED-FFCB-14D5-BE16-561F89218387}"/>
              </a:ext>
            </a:extLst>
          </p:cNvPr>
          <p:cNvSpPr/>
          <p:nvPr/>
        </p:nvSpPr>
        <p:spPr>
          <a:xfrm>
            <a:off x="9156686" y="138233"/>
            <a:ext cx="1529828" cy="1584252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News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4CD832-7384-80AB-4A47-374D735DC682}"/>
              </a:ext>
            </a:extLst>
          </p:cNvPr>
          <p:cNvSpPr/>
          <p:nvPr/>
        </p:nvSpPr>
        <p:spPr>
          <a:xfrm>
            <a:off x="10688798" y="138233"/>
            <a:ext cx="1529828" cy="1584252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Email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D19087-25D8-0A90-F03B-5DC12731A323}"/>
              </a:ext>
            </a:extLst>
          </p:cNvPr>
          <p:cNvSpPr/>
          <p:nvPr/>
        </p:nvSpPr>
        <p:spPr>
          <a:xfrm>
            <a:off x="4561492" y="138233"/>
            <a:ext cx="1529828" cy="1584252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Home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37018A-6039-554B-790A-552FAC095829}"/>
              </a:ext>
            </a:extLst>
          </p:cNvPr>
          <p:cNvSpPr/>
          <p:nvPr/>
        </p:nvSpPr>
        <p:spPr>
          <a:xfrm>
            <a:off x="-4680" y="1660285"/>
            <a:ext cx="12223306" cy="213608"/>
          </a:xfrm>
          <a:prstGeom prst="rect">
            <a:avLst/>
          </a:prstGeom>
          <a:solidFill>
            <a:srgbClr val="002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725C73-A7D2-A16F-AF94-9A56B96DF2BC}"/>
              </a:ext>
            </a:extLst>
          </p:cNvPr>
          <p:cNvSpPr/>
          <p:nvPr/>
        </p:nvSpPr>
        <p:spPr>
          <a:xfrm>
            <a:off x="0" y="-26372"/>
            <a:ext cx="12218626" cy="209251"/>
          </a:xfrm>
          <a:prstGeom prst="rect">
            <a:avLst/>
          </a:prstGeom>
          <a:solidFill>
            <a:srgbClr val="002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2879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9399E-95BF-7CB2-5EC2-1EB92A8A7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BA28DA-BD3F-EDA3-42AD-16975127F747}"/>
              </a:ext>
            </a:extLst>
          </p:cNvPr>
          <p:cNvSpPr txBox="1"/>
          <p:nvPr/>
        </p:nvSpPr>
        <p:spPr>
          <a:xfrm>
            <a:off x="-3234147" y="0"/>
            <a:ext cx="2728452" cy="1938992"/>
          </a:xfrm>
          <a:prstGeom prst="rect">
            <a:avLst/>
          </a:prstGeom>
          <a:solidFill>
            <a:srgbClr val="FDE951"/>
          </a:solidFill>
          <a:ln w="571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200" b="1" u="sng" dirty="0">
              <a:solidFill>
                <a:schemeClr val="accent2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 algn="ctr"/>
            <a:r>
              <a:rPr lang="en-GB" sz="4800" b="1" u="sng" dirty="0">
                <a:solidFill>
                  <a:schemeClr val="accent2">
                    <a:lumMod val="50000"/>
                  </a:schemeClr>
                </a:solidFill>
                <a:latin typeface="Arial Narrow" panose="020B0606020202030204" pitchFamily="34" charset="0"/>
              </a:rPr>
              <a:t>HOME</a:t>
            </a:r>
          </a:p>
          <a:p>
            <a:pPr algn="ctr"/>
            <a:r>
              <a:rPr lang="en-GB" sz="4800" b="1" u="sng" dirty="0">
                <a:solidFill>
                  <a:schemeClr val="accent2">
                    <a:lumMod val="50000"/>
                  </a:schemeClr>
                </a:solidFill>
                <a:latin typeface="Arial Narrow" panose="020B0606020202030204" pitchFamily="34" charset="0"/>
              </a:rPr>
              <a:t>PAGE</a:t>
            </a:r>
          </a:p>
          <a:p>
            <a:pPr algn="ctr"/>
            <a:endParaRPr lang="en-GB" sz="1200" b="1" u="sng" dirty="0">
              <a:solidFill>
                <a:schemeClr val="accent2">
                  <a:lumMod val="50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4C12DA-95E0-A259-502D-EDB14B7A2759}"/>
              </a:ext>
            </a:extLst>
          </p:cNvPr>
          <p:cNvSpPr/>
          <p:nvPr/>
        </p:nvSpPr>
        <p:spPr>
          <a:xfrm>
            <a:off x="0" y="151431"/>
            <a:ext cx="12192000" cy="1584252"/>
          </a:xfrm>
          <a:prstGeom prst="rect">
            <a:avLst/>
          </a:prstGeom>
          <a:solidFill>
            <a:srgbClr val="002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2D86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B12CD2-702E-E4FD-AAEA-26D98FBC6DEB}"/>
              </a:ext>
            </a:extLst>
          </p:cNvPr>
          <p:cNvSpPr/>
          <p:nvPr/>
        </p:nvSpPr>
        <p:spPr>
          <a:xfrm>
            <a:off x="263659" y="331317"/>
            <a:ext cx="3893983" cy="10715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30D289E-DC93-6FA1-C62D-18D39351E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25" y="466558"/>
            <a:ext cx="3893984" cy="80109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DA02FF7-9E99-551E-B850-290429A5808B}"/>
              </a:ext>
            </a:extLst>
          </p:cNvPr>
          <p:cNvSpPr/>
          <p:nvPr/>
        </p:nvSpPr>
        <p:spPr>
          <a:xfrm>
            <a:off x="6092462" y="138233"/>
            <a:ext cx="1529828" cy="1584252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Travel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E0B251-C54B-6C4E-0645-1C11D2E7245F}"/>
              </a:ext>
            </a:extLst>
          </p:cNvPr>
          <p:cNvSpPr/>
          <p:nvPr/>
        </p:nvSpPr>
        <p:spPr>
          <a:xfrm>
            <a:off x="7624574" y="138233"/>
            <a:ext cx="1529828" cy="1584252"/>
          </a:xfrm>
          <a:prstGeom prst="rect">
            <a:avLst/>
          </a:prstGeom>
          <a:solidFill>
            <a:srgbClr val="002D86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Shop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BB4DCC-A58F-B7C8-FAAF-2DCE17CFB4BA}"/>
              </a:ext>
            </a:extLst>
          </p:cNvPr>
          <p:cNvSpPr/>
          <p:nvPr/>
        </p:nvSpPr>
        <p:spPr>
          <a:xfrm>
            <a:off x="9156686" y="138233"/>
            <a:ext cx="1529828" cy="1584252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News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652039-F9FA-8576-C91F-53CFF0BC7C1A}"/>
              </a:ext>
            </a:extLst>
          </p:cNvPr>
          <p:cNvSpPr/>
          <p:nvPr/>
        </p:nvSpPr>
        <p:spPr>
          <a:xfrm>
            <a:off x="10688798" y="138233"/>
            <a:ext cx="1529828" cy="1584252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Email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ED4E08-DF56-CFB3-9C33-7A9EEF7EFEF5}"/>
              </a:ext>
            </a:extLst>
          </p:cNvPr>
          <p:cNvSpPr/>
          <p:nvPr/>
        </p:nvSpPr>
        <p:spPr>
          <a:xfrm>
            <a:off x="4561492" y="138233"/>
            <a:ext cx="1529828" cy="1584252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rgbClr val="002D8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Home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42A491-13E3-6479-599D-0FE650F45C4B}"/>
              </a:ext>
            </a:extLst>
          </p:cNvPr>
          <p:cNvSpPr/>
          <p:nvPr/>
        </p:nvSpPr>
        <p:spPr>
          <a:xfrm>
            <a:off x="-4680" y="1660285"/>
            <a:ext cx="12223306" cy="213608"/>
          </a:xfrm>
          <a:prstGeom prst="rect">
            <a:avLst/>
          </a:prstGeom>
          <a:solidFill>
            <a:srgbClr val="002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62B876-48E0-ED06-B38C-52FFE3D73DD9}"/>
              </a:ext>
            </a:extLst>
          </p:cNvPr>
          <p:cNvSpPr/>
          <p:nvPr/>
        </p:nvSpPr>
        <p:spPr>
          <a:xfrm>
            <a:off x="0" y="-26372"/>
            <a:ext cx="12218626" cy="209251"/>
          </a:xfrm>
          <a:prstGeom prst="rect">
            <a:avLst/>
          </a:prstGeom>
          <a:solidFill>
            <a:srgbClr val="002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33CA677-96D8-1FB6-5467-C58E2C134E97}"/>
              </a:ext>
            </a:extLst>
          </p:cNvPr>
          <p:cNvGrpSpPr/>
          <p:nvPr/>
        </p:nvGrpSpPr>
        <p:grpSpPr>
          <a:xfrm>
            <a:off x="-8216" y="2351758"/>
            <a:ext cx="6601522" cy="879581"/>
            <a:chOff x="-4680" y="2128313"/>
            <a:chExt cx="12227986" cy="87958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C54910C-A8FD-91BD-98AF-63ADC6272679}"/>
                </a:ext>
              </a:extLst>
            </p:cNvPr>
            <p:cNvSpPr/>
            <p:nvPr/>
          </p:nvSpPr>
          <p:spPr>
            <a:xfrm>
              <a:off x="0" y="2128313"/>
              <a:ext cx="12223306" cy="879581"/>
            </a:xfrm>
            <a:prstGeom prst="rect">
              <a:avLst/>
            </a:prstGeom>
            <a:solidFill>
              <a:srgbClr val="002D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6B451D0-84AC-B17C-C439-136172E6A4BC}"/>
                </a:ext>
              </a:extLst>
            </p:cNvPr>
            <p:cNvSpPr txBox="1"/>
            <p:nvPr/>
          </p:nvSpPr>
          <p:spPr>
            <a:xfrm>
              <a:off x="-4680" y="2266524"/>
              <a:ext cx="1204136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b="1" dirty="0">
                  <a:solidFill>
                    <a:schemeClr val="bg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What do we do?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6A0368C-E7D3-D4D1-0A6C-D5FAE38B9267}"/>
              </a:ext>
            </a:extLst>
          </p:cNvPr>
          <p:cNvGrpSpPr/>
          <p:nvPr/>
        </p:nvGrpSpPr>
        <p:grpSpPr>
          <a:xfrm>
            <a:off x="6974673" y="2351758"/>
            <a:ext cx="5217327" cy="3613462"/>
            <a:chOff x="4524509" y="3244537"/>
            <a:chExt cx="5962650" cy="3971925"/>
          </a:xfrm>
        </p:grpSpPr>
        <p:pic>
          <p:nvPicPr>
            <p:cNvPr id="1026" name="Picture 2" descr="500+ Background blue tech High-quality images for your devices">
              <a:extLst>
                <a:ext uri="{FF2B5EF4-FFF2-40B4-BE49-F238E27FC236}">
                  <a16:creationId xmlns:a16="http://schemas.microsoft.com/office/drawing/2014/main" id="{37CAB3BF-8BA6-1C3C-DB82-088A09CED8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4509" y="3244537"/>
              <a:ext cx="5962650" cy="39719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286D196-9A23-C2AC-9CC1-E9507A8698E6}"/>
                </a:ext>
              </a:extLst>
            </p:cNvPr>
            <p:cNvSpPr txBox="1"/>
            <p:nvPr/>
          </p:nvSpPr>
          <p:spPr>
            <a:xfrm>
              <a:off x="4543000" y="3973755"/>
              <a:ext cx="5925667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7200" b="1" dirty="0">
                  <a:solidFill>
                    <a:schemeClr val="bg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“FOR THE FUTURE”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3D36ACA-D811-A606-F856-3E8594704808}"/>
              </a:ext>
            </a:extLst>
          </p:cNvPr>
          <p:cNvSpPr txBox="1"/>
          <p:nvPr/>
        </p:nvSpPr>
        <p:spPr>
          <a:xfrm>
            <a:off x="-8216" y="3404937"/>
            <a:ext cx="660152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Feshkoola is a new tech company with the aim of making ordinary life better for all of us.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We work “for the future” helping people in day-to-day life and pushing forward with green energy technology.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Feshkoola provides several different services including a free email service, cheap flights and a low-priced tech store, all in one.</a:t>
            </a:r>
          </a:p>
        </p:txBody>
      </p:sp>
    </p:spTree>
    <p:extLst>
      <p:ext uri="{BB962C8B-B14F-4D97-AF65-F5344CB8AC3E}">
        <p14:creationId xmlns:p14="http://schemas.microsoft.com/office/powerpoint/2010/main" val="1196908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8365F-8F0E-91C3-B375-ED8B4B9F4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1E0FD4-A4C8-F2A8-BA2B-DEB9B04FC074}"/>
              </a:ext>
            </a:extLst>
          </p:cNvPr>
          <p:cNvSpPr txBox="1"/>
          <p:nvPr/>
        </p:nvSpPr>
        <p:spPr>
          <a:xfrm>
            <a:off x="-3234147" y="0"/>
            <a:ext cx="2728452" cy="1938992"/>
          </a:xfrm>
          <a:prstGeom prst="rect">
            <a:avLst/>
          </a:prstGeom>
          <a:solidFill>
            <a:srgbClr val="FDE951"/>
          </a:solidFill>
          <a:ln w="571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200" b="1" u="sng" dirty="0">
              <a:solidFill>
                <a:schemeClr val="accent2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 algn="ctr"/>
            <a:r>
              <a:rPr lang="en-GB" sz="4800" b="1" u="sng" dirty="0">
                <a:solidFill>
                  <a:schemeClr val="accent2">
                    <a:lumMod val="50000"/>
                  </a:schemeClr>
                </a:solidFill>
                <a:latin typeface="Arial Narrow" panose="020B0606020202030204" pitchFamily="34" charset="0"/>
              </a:rPr>
              <a:t>HOME</a:t>
            </a:r>
          </a:p>
          <a:p>
            <a:pPr algn="ctr"/>
            <a:r>
              <a:rPr lang="en-GB" sz="4800" b="1" u="sng" dirty="0">
                <a:solidFill>
                  <a:schemeClr val="accent2">
                    <a:lumMod val="50000"/>
                  </a:schemeClr>
                </a:solidFill>
                <a:latin typeface="Arial Narrow" panose="020B0606020202030204" pitchFamily="34" charset="0"/>
              </a:rPr>
              <a:t>PAGE</a:t>
            </a:r>
          </a:p>
          <a:p>
            <a:pPr algn="ctr"/>
            <a:endParaRPr lang="en-GB" sz="1200" b="1" u="sng" dirty="0">
              <a:solidFill>
                <a:schemeClr val="accent2">
                  <a:lumMod val="50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49B174-D495-8EC7-2C26-3B86F3296300}"/>
              </a:ext>
            </a:extLst>
          </p:cNvPr>
          <p:cNvSpPr/>
          <p:nvPr/>
        </p:nvSpPr>
        <p:spPr>
          <a:xfrm>
            <a:off x="0" y="151431"/>
            <a:ext cx="12192000" cy="1584252"/>
          </a:xfrm>
          <a:prstGeom prst="rect">
            <a:avLst/>
          </a:prstGeom>
          <a:solidFill>
            <a:srgbClr val="002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2D86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53DF35-E60E-81C6-8C38-1CD2C024A46C}"/>
              </a:ext>
            </a:extLst>
          </p:cNvPr>
          <p:cNvSpPr/>
          <p:nvPr/>
        </p:nvSpPr>
        <p:spPr>
          <a:xfrm>
            <a:off x="263659" y="331317"/>
            <a:ext cx="3893983" cy="10715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C5169CB-41B6-DB90-A9A4-09C066016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25" y="466558"/>
            <a:ext cx="3893984" cy="80109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5E18DA-AF28-0EAB-9E72-56C93FAE1A0E}"/>
              </a:ext>
            </a:extLst>
          </p:cNvPr>
          <p:cNvSpPr/>
          <p:nvPr/>
        </p:nvSpPr>
        <p:spPr>
          <a:xfrm>
            <a:off x="6092462" y="138233"/>
            <a:ext cx="1529828" cy="1584252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Travel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58697B-13DC-D9F6-C7DC-E9E1A5154AB1}"/>
              </a:ext>
            </a:extLst>
          </p:cNvPr>
          <p:cNvSpPr/>
          <p:nvPr/>
        </p:nvSpPr>
        <p:spPr>
          <a:xfrm>
            <a:off x="7624574" y="138233"/>
            <a:ext cx="1529828" cy="1584252"/>
          </a:xfrm>
          <a:prstGeom prst="rect">
            <a:avLst/>
          </a:prstGeom>
          <a:solidFill>
            <a:srgbClr val="002D86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Shop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C89659-7937-CCCF-7CE8-A639CE0AD857}"/>
              </a:ext>
            </a:extLst>
          </p:cNvPr>
          <p:cNvSpPr/>
          <p:nvPr/>
        </p:nvSpPr>
        <p:spPr>
          <a:xfrm>
            <a:off x="9156686" y="138233"/>
            <a:ext cx="1529828" cy="1584252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News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D21E7E-1525-3DF0-4A6D-84FD65C864E1}"/>
              </a:ext>
            </a:extLst>
          </p:cNvPr>
          <p:cNvSpPr/>
          <p:nvPr/>
        </p:nvSpPr>
        <p:spPr>
          <a:xfrm>
            <a:off x="10688798" y="138233"/>
            <a:ext cx="1529828" cy="1584252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Email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0592B6-0FB9-598B-7C5E-412B5B15DA24}"/>
              </a:ext>
            </a:extLst>
          </p:cNvPr>
          <p:cNvSpPr/>
          <p:nvPr/>
        </p:nvSpPr>
        <p:spPr>
          <a:xfrm>
            <a:off x="4561492" y="138233"/>
            <a:ext cx="1529828" cy="1584252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rgbClr val="002D8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Home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4A36CB-DE94-C357-00B5-096C3E5B447B}"/>
              </a:ext>
            </a:extLst>
          </p:cNvPr>
          <p:cNvSpPr/>
          <p:nvPr/>
        </p:nvSpPr>
        <p:spPr>
          <a:xfrm>
            <a:off x="-4680" y="1660285"/>
            <a:ext cx="12223306" cy="213608"/>
          </a:xfrm>
          <a:prstGeom prst="rect">
            <a:avLst/>
          </a:prstGeom>
          <a:solidFill>
            <a:srgbClr val="002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6BC4C8-7742-7BDF-FA3F-8FABDFBB96F2}"/>
              </a:ext>
            </a:extLst>
          </p:cNvPr>
          <p:cNvSpPr/>
          <p:nvPr/>
        </p:nvSpPr>
        <p:spPr>
          <a:xfrm>
            <a:off x="0" y="-26372"/>
            <a:ext cx="12218626" cy="209251"/>
          </a:xfrm>
          <a:prstGeom prst="rect">
            <a:avLst/>
          </a:prstGeom>
          <a:solidFill>
            <a:srgbClr val="002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1E19624-6029-E43E-DE17-EECA6073D366}"/>
              </a:ext>
            </a:extLst>
          </p:cNvPr>
          <p:cNvGrpSpPr/>
          <p:nvPr/>
        </p:nvGrpSpPr>
        <p:grpSpPr>
          <a:xfrm>
            <a:off x="-8217" y="2351758"/>
            <a:ext cx="12191999" cy="879581"/>
            <a:chOff x="-4680" y="2128313"/>
            <a:chExt cx="12227986" cy="87958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23965CD-3761-F9AE-FFC4-91AB58988997}"/>
                </a:ext>
              </a:extLst>
            </p:cNvPr>
            <p:cNvSpPr/>
            <p:nvPr/>
          </p:nvSpPr>
          <p:spPr>
            <a:xfrm>
              <a:off x="0" y="2128313"/>
              <a:ext cx="12223306" cy="879581"/>
            </a:xfrm>
            <a:prstGeom prst="rect">
              <a:avLst/>
            </a:prstGeom>
            <a:solidFill>
              <a:srgbClr val="002D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DD2A4D-C1E7-99F6-F230-A7E9B538B8FD}"/>
                </a:ext>
              </a:extLst>
            </p:cNvPr>
            <p:cNvSpPr txBox="1"/>
            <p:nvPr/>
          </p:nvSpPr>
          <p:spPr>
            <a:xfrm>
              <a:off x="-4680" y="2266524"/>
              <a:ext cx="1204136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b="1" dirty="0">
                  <a:solidFill>
                    <a:schemeClr val="bg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Travel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4996EB4-F70A-8271-2F52-85F60409C793}"/>
              </a:ext>
            </a:extLst>
          </p:cNvPr>
          <p:cNvSpPr txBox="1"/>
          <p:nvPr/>
        </p:nvSpPr>
        <p:spPr>
          <a:xfrm>
            <a:off x="5104297" y="3741961"/>
            <a:ext cx="65703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Feshkoola is a new tech company with the aim of making ordinary life better for all of us.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We work “for the future” helping people in day-to-day life and pushing forward with green energy technology.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Feshkoola provides several different services including a free email service, cheap flights and a low-priced tech store, all in one.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A7AABED-17A5-D88C-5080-F7959EB1C1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330" t="35177" r="20044" b="15339"/>
          <a:stretch/>
        </p:blipFill>
        <p:spPr>
          <a:xfrm>
            <a:off x="-8217" y="3741961"/>
            <a:ext cx="4994072" cy="249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670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4CF20-B8E2-4067-A53E-97AF070CB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F20B93-1949-8B91-335C-37493DF910D5}"/>
              </a:ext>
            </a:extLst>
          </p:cNvPr>
          <p:cNvSpPr txBox="1"/>
          <p:nvPr/>
        </p:nvSpPr>
        <p:spPr>
          <a:xfrm>
            <a:off x="265471" y="110613"/>
            <a:ext cx="2728452" cy="1200329"/>
          </a:xfrm>
          <a:prstGeom prst="rect">
            <a:avLst/>
          </a:prstGeom>
          <a:solidFill>
            <a:srgbClr val="FDE951"/>
          </a:solidFill>
          <a:ln w="571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200" b="1" u="sng" dirty="0">
              <a:solidFill>
                <a:schemeClr val="accent2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 algn="ctr"/>
            <a:r>
              <a:rPr lang="en-GB" sz="4800" b="1" u="sng" dirty="0">
                <a:solidFill>
                  <a:schemeClr val="accent2">
                    <a:lumMod val="50000"/>
                  </a:schemeClr>
                </a:solidFill>
                <a:latin typeface="Arial Narrow" panose="020B0606020202030204" pitchFamily="34" charset="0"/>
              </a:rPr>
              <a:t>IMAGES</a:t>
            </a:r>
          </a:p>
          <a:p>
            <a:pPr algn="ctr"/>
            <a:endParaRPr lang="en-GB" sz="1200" b="1" u="sng" dirty="0">
              <a:solidFill>
                <a:schemeClr val="accent2">
                  <a:lumMod val="50000"/>
                </a:schemeClr>
              </a:solidFill>
              <a:latin typeface="Arial Narrow" panose="020B0606020202030204" pitchFamily="34" charset="0"/>
            </a:endParaRPr>
          </a:p>
        </p:txBody>
      </p:sp>
      <p:pic>
        <p:nvPicPr>
          <p:cNvPr id="1030" name="Picture 6" descr="Blue Phone And Email Icon">
            <a:extLst>
              <a:ext uri="{FF2B5EF4-FFF2-40B4-BE49-F238E27FC236}">
                <a16:creationId xmlns:a16="http://schemas.microsoft.com/office/drawing/2014/main" id="{B6AF86DF-55FB-876A-B0EC-918B591C6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575" y="0"/>
            <a:ext cx="93408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6458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B73BC-15E3-B5FA-1AF7-A16E98540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0DE08E-C148-D524-5358-292531990E82}"/>
              </a:ext>
            </a:extLst>
          </p:cNvPr>
          <p:cNvSpPr txBox="1"/>
          <p:nvPr/>
        </p:nvSpPr>
        <p:spPr>
          <a:xfrm>
            <a:off x="265471" y="110613"/>
            <a:ext cx="2728452" cy="1200329"/>
          </a:xfrm>
          <a:prstGeom prst="rect">
            <a:avLst/>
          </a:prstGeom>
          <a:solidFill>
            <a:srgbClr val="FDE951"/>
          </a:solidFill>
          <a:ln w="571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200" b="1" u="sng" dirty="0">
              <a:solidFill>
                <a:schemeClr val="accent2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 algn="ctr"/>
            <a:r>
              <a:rPr lang="en-GB" sz="4800" b="1" u="sng" dirty="0">
                <a:solidFill>
                  <a:schemeClr val="accent2">
                    <a:lumMod val="50000"/>
                  </a:schemeClr>
                </a:solidFill>
                <a:latin typeface="Arial Narrow" panose="020B0606020202030204" pitchFamily="34" charset="0"/>
              </a:rPr>
              <a:t>…</a:t>
            </a:r>
          </a:p>
          <a:p>
            <a:pPr algn="ctr"/>
            <a:endParaRPr lang="en-GB" sz="1200" b="1" u="sng" dirty="0">
              <a:solidFill>
                <a:schemeClr val="accent2">
                  <a:lumMod val="50000"/>
                </a:schemeClr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530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1514</TotalTime>
  <Words>162</Words>
  <Application>Microsoft Office PowerPoint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Aptos Black</vt:lpstr>
      <vt:lpstr>Aptos Display</vt:lpstr>
      <vt:lpstr>Arial</vt:lpstr>
      <vt:lpstr>Arial Narrow</vt:lpstr>
      <vt:lpstr>Cascadia Code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Malgorzata Felusiak</dc:creator>
  <cp:lastModifiedBy>Malgorzata Felusiak</cp:lastModifiedBy>
  <cp:revision>6</cp:revision>
  <dcterms:created xsi:type="dcterms:W3CDTF">2025-02-20T12:16:24Z</dcterms:created>
  <dcterms:modified xsi:type="dcterms:W3CDTF">2025-02-23T19:10:20Z</dcterms:modified>
</cp:coreProperties>
</file>